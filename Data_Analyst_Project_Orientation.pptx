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PT Sans Narrow"/>
      <p:regular r:id="rId22"/>
      <p:bold r:id="rId23"/>
    </p:embeddedFont>
    <p:embeddedFont>
      <p:font typeface="Century Schoolbook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xhX6BNqgVGS6qQ422ucj+zar3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regular.fntdata"/><Relationship Id="rId21" Type="http://schemas.openxmlformats.org/officeDocument/2006/relationships/slide" Target="slides/slide16.xml"/><Relationship Id="rId24" Type="http://schemas.openxmlformats.org/officeDocument/2006/relationships/font" Target="fonts/CenturySchoolbook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Schoolbook-italic.fntdata"/><Relationship Id="rId25" Type="http://schemas.openxmlformats.org/officeDocument/2006/relationships/font" Target="fonts/CenturySchoolbook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CenturySchoolboo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59888d2ba0_0_251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g359888d2ba0_0_251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g359888d2ba0_0_251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13" name="Google Shape;13;g359888d2ba0_0_251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g359888d2ba0_0_251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g359888d2ba0_0_251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16" name="Google Shape;16;g359888d2ba0_0_251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g359888d2ba0_0_251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g359888d2ba0_0_251"/>
          <p:cNvSpPr txBox="1"/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g359888d2ba0_0_251"/>
          <p:cNvSpPr txBox="1"/>
          <p:nvPr>
            <p:ph idx="1" type="subTitle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g359888d2ba0_0_2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9888d2ba0_0_263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59888d2ba0_0_263"/>
          <p:cNvSpPr txBox="1"/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g359888d2ba0_0_2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9888d2ba0_0_267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59888d2ba0_0_26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g359888d2ba0_0_267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g359888d2ba0_0_2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59888d2ba0_0_272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g359888d2ba0_0_272"/>
          <p:cNvSpPr txBox="1"/>
          <p:nvPr>
            <p:ph idx="1" type="body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359888d2ba0_0_272"/>
          <p:cNvSpPr txBox="1"/>
          <p:nvPr>
            <p:ph idx="2" type="body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59888d2ba0_0_2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59888d2ba0_0_27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g359888d2ba0_0_2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59888d2ba0_0_28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359888d2ba0_0_28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359888d2ba0_0_2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9888d2ba0_0_284"/>
          <p:cNvSpPr txBox="1"/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g359888d2ba0_0_2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59888d2ba0_0_287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g359888d2ba0_0_287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359888d2ba0_0_287"/>
          <p:cNvSpPr txBox="1"/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g359888d2ba0_0_287"/>
          <p:cNvSpPr txBox="1"/>
          <p:nvPr>
            <p:ph idx="1" type="subTitle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g359888d2ba0_0_287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59888d2ba0_0_2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9888d2ba0_0_294"/>
          <p:cNvSpPr txBox="1"/>
          <p:nvPr>
            <p:ph idx="1" type="body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g359888d2ba0_0_29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9888d2ba0_0_297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59888d2ba0_0_297"/>
          <p:cNvSpPr txBox="1"/>
          <p:nvPr>
            <p:ph hasCustomPrompt="1" type="title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359888d2ba0_0_297"/>
          <p:cNvSpPr txBox="1"/>
          <p:nvPr>
            <p:ph idx="1" type="body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359888d2ba0_0_2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9888d2ba0_0_3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888d2ba0_0_304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g359888d2ba0_0_304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" name="Google Shape;65;g359888d2ba0_0_304"/>
          <p:cNvSpPr txBox="1"/>
          <p:nvPr>
            <p:ph idx="10" type="dt"/>
          </p:nvPr>
        </p:nvSpPr>
        <p:spPr>
          <a:xfrm rot="-5400000">
            <a:off x="7831484" y="1044150"/>
            <a:ext cx="190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59888d2ba0_0_304"/>
          <p:cNvSpPr txBox="1"/>
          <p:nvPr>
            <p:ph idx="11" type="ftr"/>
          </p:nvPr>
        </p:nvSpPr>
        <p:spPr>
          <a:xfrm rot="-5400000">
            <a:off x="6993283" y="4092150"/>
            <a:ext cx="358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59888d2ba0_0_304"/>
          <p:cNvSpPr txBox="1"/>
          <p:nvPr>
            <p:ph idx="12" type="sldNum"/>
          </p:nvPr>
        </p:nvSpPr>
        <p:spPr>
          <a:xfrm>
            <a:off x="8441055" y="6172201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g359888d2ba0_0_304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A5A1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9888d2ba0_0_24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g359888d2ba0_0_247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g359888d2ba0_0_2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Welcome to the Data Analyst Project Orientation</a:t>
            </a:r>
            <a:endParaRPr/>
          </a:p>
        </p:txBody>
      </p:sp>
      <p:sp>
        <p:nvSpPr>
          <p:cNvPr id="74" name="Google Shape;74;p1"/>
          <p:cNvSpPr txBox="1"/>
          <p:nvPr>
            <p:ph idx="1" type="body"/>
          </p:nvPr>
        </p:nvSpPr>
        <p:spPr>
          <a:xfrm>
            <a:off x="946400" y="2473600"/>
            <a:ext cx="64464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Understanding your project journey step-by-step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Pallavi Gaikwad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Objective of the Orientation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Project structure and roadmap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Roles and responsibilities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Evaluation parameters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Expectations at each stage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is This Project About?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Real-world problem-solving with datasets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End-to-end analysis: cleaning to dashboarding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Tools: Python (Pandas, Seaborn, Matplotlib), Power BI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lang="en-US"/>
              <a:t>Execution Roadmap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8888"/>
              <a:buNone/>
            </a:pPr>
            <a:r>
              <a:rPr b="1" lang="en-US">
                <a:solidFill>
                  <a:srgbClr val="6F493C"/>
                </a:solidFill>
              </a:rPr>
              <a:t>10 Key Phases: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1. NDA Submission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2. Project Kickoff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3. Data Segregation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4. Data Preprocessing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5. EDA &amp; Visualization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6. Document Insights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7. Power BI Dashboard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8. Business Impact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9. PPT Creation</a:t>
            </a:r>
            <a:endParaRPr/>
          </a:p>
          <a:p>
            <a:pPr indent="-1752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8888"/>
              <a:buChar char="●"/>
            </a:pPr>
            <a:r>
              <a:rPr lang="en-US"/>
              <a:t>10. Viva Preparation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NDA Submission</a:t>
            </a:r>
            <a:endParaRPr/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Importance of data confidentiality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Ethics and privacy in data handling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Must sign NDA before accessing 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Kickoff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Receive: Problem statement, dataset, data dictionary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Understand business objectives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Segregation &amp; Initial Preparation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Identify variable types (categorical vs numerical)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Column info and data distribution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Initial exploration with Pandas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Preprocessing</a:t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Handle missing values, duplicates, outliers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Fix data types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Use Python libraries: Pandas, NumPy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EDA &amp; Visualization</a:t>
            </a:r>
            <a:endParaRPr/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Explore patterns with plots and stats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Tools: Seaborn, Matplotlib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Generate summary statistics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Documenting Insights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Interpret findings clearly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Create summary report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Use business-friendly language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Power BI Dashboard</a:t>
            </a:r>
            <a:endParaRPr/>
          </a:p>
        </p:txBody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Import cleaned data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Build visual dashboards: KPIs, trends, filters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Ensure interactivity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Insights &amp; Business Impact</a:t>
            </a:r>
            <a:endParaRPr/>
          </a:p>
        </p:txBody>
      </p:sp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Link findings to business goals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Highlight key issues and improvement areas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PowerPoint Presentation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Structure: Problem → Data → EDA → Dashboard → Insights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Focus on visual storytelling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Viva Preparation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Be ready to explain cleaning choices, visuals, and insights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Prepare for Q&amp;A sessions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Submission &amp; Evaluation Criteria</a:t>
            </a:r>
            <a:endParaRPr/>
          </a:p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Submit: Code files, dataset, Power BI, PPT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 Evaluated on analysis, insights, and clarity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946404" y="365760"/>
            <a:ext cx="7269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Schoolbook"/>
              <a:buNone/>
            </a:pPr>
            <a:r>
              <a:rPr b="1" lang="en-US" sz="4000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Q&amp;A</a:t>
            </a:r>
            <a:endParaRPr/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946404" y="1828801"/>
            <a:ext cx="6446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floor for student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