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47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04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5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3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9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09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5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69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84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2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9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7700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16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87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4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1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35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74BB2-4534-454C-A7F3-E196882CEA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3F67F-707B-4957-B7F3-89611DD87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80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Grade &amp; Product Mix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94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Business Scenario: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124364"/>
            <a:ext cx="10855897" cy="4221017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Metallix</a:t>
            </a:r>
            <a:r>
              <a:rPr lang="en-US" dirty="0" smtClean="0"/>
              <a:t> Steel Corporation manufactures various grades of steel used for automotive, construction, and industrial applications.</a:t>
            </a:r>
            <a:br>
              <a:rPr lang="en-US" dirty="0" smtClean="0"/>
            </a:br>
            <a:r>
              <a:rPr lang="en-US" dirty="0" smtClean="0"/>
              <a:t>Each steel grade has unique chemical compositions and mechanical properties, catering to different customer requirements.</a:t>
            </a:r>
          </a:p>
          <a:p>
            <a:r>
              <a:rPr lang="en-US" dirty="0" smtClean="0"/>
              <a:t>The production planning team is responsible for deciding </a:t>
            </a:r>
            <a:r>
              <a:rPr lang="en-US" b="1" dirty="0" smtClean="0"/>
              <a:t>which grades to produce</a:t>
            </a:r>
            <a:r>
              <a:rPr lang="en-US" dirty="0" smtClean="0"/>
              <a:t> and in </a:t>
            </a:r>
            <a:r>
              <a:rPr lang="en-US" b="1" dirty="0" smtClean="0"/>
              <a:t>what quantity</a:t>
            </a:r>
            <a:r>
              <a:rPr lang="en-US" dirty="0" smtClean="0"/>
              <a:t>, based on customer orders, furnace capacity, and available raw materials. However, management has observed that </a:t>
            </a:r>
            <a:r>
              <a:rPr lang="en-US" b="1" dirty="0" smtClean="0"/>
              <a:t>certain grades yield higher margins</a:t>
            </a:r>
            <a:r>
              <a:rPr lang="en-US" dirty="0" smtClean="0"/>
              <a:t>, while others consume more resources or have higher rejection rates.</a:t>
            </a:r>
          </a:p>
          <a:p>
            <a:r>
              <a:rPr lang="en-US" dirty="0" smtClean="0"/>
              <a:t>Additionally, </a:t>
            </a:r>
            <a:r>
              <a:rPr lang="en-US" b="1" dirty="0" smtClean="0"/>
              <a:t>imbalances in the product mix</a:t>
            </a:r>
            <a:r>
              <a:rPr lang="en-US" dirty="0" smtClean="0"/>
              <a:t> sometimes lead to bottlenecks in production scheduling and inventory management.</a:t>
            </a:r>
            <a:br>
              <a:rPr lang="en-US" dirty="0" smtClean="0"/>
            </a:br>
            <a:r>
              <a:rPr lang="en-US" dirty="0" smtClean="0"/>
              <a:t>The company wants a detailed analysis to understand </a:t>
            </a:r>
            <a:r>
              <a:rPr lang="en-US" b="1" dirty="0" smtClean="0"/>
              <a:t>grade-wise performance, contribution to production, and profitability trends.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8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analyze the production data by grade and product type to identify optimal product mix combinations that maximize output efficiency and profit margins.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25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Key Expectations (from Data Analyst):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Grade Distribution Analysis</a:t>
            </a:r>
            <a:r>
              <a:rPr lang="en-US" dirty="0" smtClean="0"/>
              <a:t> – Measure production share (%) of each grade and product type.</a:t>
            </a:r>
          </a:p>
          <a:p>
            <a:r>
              <a:rPr lang="en-US" b="1" dirty="0" smtClean="0"/>
              <a:t>Performance Comparison</a:t>
            </a:r>
            <a:r>
              <a:rPr lang="en-US" dirty="0" smtClean="0"/>
              <a:t> – Compare yield rate, rejection rate, and process time across grades.</a:t>
            </a:r>
          </a:p>
          <a:p>
            <a:r>
              <a:rPr lang="en-US" b="1" dirty="0" smtClean="0"/>
              <a:t>Profitability Study</a:t>
            </a:r>
            <a:r>
              <a:rPr lang="en-US" dirty="0" smtClean="0"/>
              <a:t> – Identify grades contributing most and least to overall revenue or efficiency.</a:t>
            </a:r>
          </a:p>
          <a:p>
            <a:r>
              <a:rPr lang="en-US" b="1" dirty="0" smtClean="0"/>
              <a:t>Trend Evaluation</a:t>
            </a:r>
            <a:r>
              <a:rPr lang="en-US" dirty="0" smtClean="0"/>
              <a:t> – Track production mix variation over time.</a:t>
            </a:r>
          </a:p>
          <a:p>
            <a:r>
              <a:rPr lang="en-US" b="1" dirty="0" smtClean="0"/>
              <a:t>Correlation Insights</a:t>
            </a:r>
            <a:r>
              <a:rPr lang="en-US" dirty="0" smtClean="0"/>
              <a:t> – Relate grade type with process metrics such as tap duration, heat cycle, and output.</a:t>
            </a:r>
          </a:p>
          <a:p>
            <a:r>
              <a:rPr lang="en-US" b="1" dirty="0" smtClean="0"/>
              <a:t>Dashboard Development</a:t>
            </a:r>
            <a:r>
              <a:rPr lang="en-US" dirty="0" smtClean="0"/>
              <a:t> – Visualize product mix composition, contribution margin, and performance indicators.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84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Business Impact: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analysis will enable the company to </a:t>
            </a:r>
            <a:r>
              <a:rPr lang="en-US" b="1" dirty="0" smtClean="0"/>
              <a:t>optimize production planning</a:t>
            </a:r>
            <a:r>
              <a:rPr lang="en-US" dirty="0" smtClean="0"/>
              <a:t>, focus on </a:t>
            </a:r>
            <a:r>
              <a:rPr lang="en-US" b="1" dirty="0" smtClean="0"/>
              <a:t>high-performing and high-margin grades</a:t>
            </a:r>
            <a:r>
              <a:rPr lang="en-US" dirty="0" smtClean="0"/>
              <a:t>, and </a:t>
            </a:r>
            <a:r>
              <a:rPr lang="en-US" b="1" dirty="0" smtClean="0"/>
              <a:t>align capacity utilization</a:t>
            </a:r>
            <a:r>
              <a:rPr lang="en-US" dirty="0" smtClean="0"/>
              <a:t> with customer demand trends.</a:t>
            </a:r>
            <a:br>
              <a:rPr lang="en-US" dirty="0" smtClean="0"/>
            </a:br>
            <a:r>
              <a:rPr lang="en-US" dirty="0" smtClean="0"/>
              <a:t>It will also help management make data-backed decisions for </a:t>
            </a:r>
            <a:r>
              <a:rPr lang="en-US" b="1" dirty="0" smtClean="0"/>
              <a:t>pricing strategy, production forecasting</a:t>
            </a:r>
            <a:r>
              <a:rPr lang="en-US" dirty="0" smtClean="0"/>
              <a:t>, and </a:t>
            </a:r>
            <a:r>
              <a:rPr lang="en-US" b="1" dirty="0" smtClean="0"/>
              <a:t>resource allocation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661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Deliverables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Clean and categorized grade-wise production dataset</a:t>
            </a:r>
          </a:p>
          <a:p>
            <a:r>
              <a:rPr lang="en-US" dirty="0" smtClean="0"/>
              <a:t>Analytical report on product mix and performance metrics</a:t>
            </a:r>
          </a:p>
          <a:p>
            <a:r>
              <a:rPr lang="en-US" dirty="0" smtClean="0"/>
              <a:t>Power BI / Excel dashboard highlighting production share and profitability</a:t>
            </a:r>
          </a:p>
          <a:p>
            <a:r>
              <a:rPr lang="en-US" dirty="0" smtClean="0"/>
              <a:t>Strategic recommendations for optimizing product mix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13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Tools Recommended: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Excel / Power BI / Tableau / Python (Pandas, </a:t>
            </a:r>
            <a:r>
              <a:rPr lang="en-US" dirty="0" err="1" smtClean="0"/>
              <a:t>Matplotlib</a:t>
            </a:r>
            <a:r>
              <a:rPr lang="en-US" dirty="0" smtClean="0"/>
              <a:t>, </a:t>
            </a:r>
            <a:r>
              <a:rPr lang="en-US" dirty="0" err="1" smtClean="0"/>
              <a:t>Seaborn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504667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23</TotalTime>
  <Words>228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Berlin</vt:lpstr>
      <vt:lpstr>Grade &amp; Product Mix Analysis</vt:lpstr>
      <vt:lpstr>Business Scenario:</vt:lpstr>
      <vt:lpstr>Objective</vt:lpstr>
      <vt:lpstr>Key Expectations (from Data Analyst):</vt:lpstr>
      <vt:lpstr>Business Impact:</vt:lpstr>
      <vt:lpstr>Deliverables</vt:lpstr>
      <vt:lpstr>Tools Recommended: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Grade &amp; Product Mix Analysis</dc:title>
  <dc:creator>Microsoft account</dc:creator>
  <cp:lastModifiedBy>Microsoft account</cp:lastModifiedBy>
  <cp:revision>4</cp:revision>
  <dcterms:created xsi:type="dcterms:W3CDTF">2025-10-07T05:35:26Z</dcterms:created>
  <dcterms:modified xsi:type="dcterms:W3CDTF">2025-10-07T06:50:37Z</dcterms:modified>
</cp:coreProperties>
</file>